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41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OAKTREE CAPITAL  |  CAPABILITY DEVELOPMENT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Microsoft Fabric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Cloud-Native Engineering &amp; Data Platform Modernization Program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200400" cy="50292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OF 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Data Transformation &amp; Distributed Processing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· PySpark DataFrames · Distributed Processing · Databricks · Schema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· LAB-INTENSIVE · Local PySpark practice + a real Azure Databricks cluster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  |  Capability Development Program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- Level 2 Curriculum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modules, 31 hours total. Today's module is highlighted.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39542" y="1965960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0982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0982" y="2423160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1885" y="1965960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13325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13325" y="2423160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04227" y="1965960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95667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95667" y="2423160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- Architecture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 (I)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86570" y="1965960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78010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78010" y="2423160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- Architecture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 (II)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03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87952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Consumption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39542" y="3730752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0982" y="3803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0982" y="4187952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1885" y="3730752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3325" y="3803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13325" y="4187952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04227" y="3730752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95667" y="3803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95667" y="4187952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- Modern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Workflow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86570" y="3730752"/>
            <a:ext cx="211775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78010" y="3803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78010" y="4187952"/>
            <a:ext cx="193487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 -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Have Actually Built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and run real PySpark DataFrame transformations, first locally, then on a genuine Azure Databricks cluster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Spark's distributed execution model well enough to read a physical query plan and spot a shuffle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explicit schema for a distributed dataset and explained why schema-on-read still needs enforcement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broadcast join and caching to make a real transformation measurably more efficient — not just in theory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 independent lab exercise extending the transformation logic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Yesterday to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proved the pipeline. Today proves the transformation at scale.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Azure Data Factory + a T-SQL stored procedure moved and cleaned OakTree's trade data - Bronze to Silver to Lake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try to complete, previous session’s exercise first, if there is anything pending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stored procedure worked because our sample data fit comfortably in one SQL Database. Real financial platforms often don't have that luxury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exact same dedupe/filter/enrich logic, rewritten in PySpark — a tool built from the ground up to scale past what any single database server can hold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prove the logic locally first (instant feedback), then run the identical code on a real multi-node Azure Databricks cluster this afternoon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environments, one set of transformations — proven locally, then run at cluster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395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PRACTICE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local[*]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3182112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laptop. Instant feedback, no cloud dependency, same DataFrame API.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3063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8920" y="2286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98648" y="2395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98648" y="2651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(ADLS Gen2)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98648" y="3182112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2's raw landed trades — same source, now read by Spark instead of SQL.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3063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0368" y="2395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30368" y="2651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· Filter · Enrich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3182112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broadcast joins with dim_security/dim_trader.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0" y="3063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52360" y="2286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62088" y="2395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62088" y="2651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+ Gold (ADLS Gen2)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62088" y="3182112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aggregated Parquet — ready for Day 4 Fabric and Day 6 Power BI.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72600" y="3063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84080" y="22860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93808" y="2395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93808" y="2651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Cluster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93808" y="3182112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code, real multi-node execution — this afternoon.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and cluster paths run the SAME transformation logic — proving correctness locally is cheap; proving it at scale is what Databricks is for.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Distributed Execution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concepts that explain almost every performance question you'll ever 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74620" cy="3977640"/>
          </a:xfrm>
          <a:prstGeom prst="roundRect">
            <a:avLst>
              <a:gd name="adj" fmla="val 27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130552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23454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971800"/>
            <a:ext cx="23454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program, builds the logical plan (the DAG), schedules work across executors.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4700" y="1965960"/>
            <a:ext cx="2674620" cy="3977640"/>
          </a:xfrm>
          <a:prstGeom prst="roundRect">
            <a:avLst>
              <a:gd name="adj" fmla="val 27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9292" y="2130552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9292" y="2423160"/>
            <a:ext cx="23454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9292" y="2971800"/>
            <a:ext cx="23454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on cluster nodes that run tasks and hold data partitions in memory/disk.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2674620" cy="3977640"/>
          </a:xfrm>
          <a:prstGeom prst="roundRect">
            <a:avLst>
              <a:gd name="adj" fmla="val 27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2130552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2423160"/>
            <a:ext cx="23454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2971800"/>
            <a:ext cx="23454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splits into partitions; each task processes one. More partitions = more parallelism, to a point.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9700" y="1965960"/>
            <a:ext cx="2674620" cy="3977640"/>
          </a:xfrm>
          <a:prstGeom prst="roundRect">
            <a:avLst>
              <a:gd name="adj" fmla="val 273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94292" y="2130552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94292" y="2423160"/>
            <a:ext cx="23454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/ DAG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94292" y="2971800"/>
            <a:ext cx="23454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build a plan; nothing runs until an action (count, show, write) triggers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081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you'll see this on a real cluster, not just a diagram — the Spark UI in Build 6 shows the DAG for a query you just ran.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API - Familiar, But Distributed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(single machine)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one machine's memory.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df[df['quantity'] &gt; 0]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execution — every line runs immediately.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up to a few GB.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(distributed)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executors, many machines, out-of-core.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df.filter(df.quantity &gt; 0)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execution — builds a plan, runs on .collect()/.show()/.write().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terabytes — same API on Databricks and Fabric notebooks.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for Distributed Processing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- it means the schema is applied at read time instead of write time. You still need to define and enforce 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spark.read.csv(..., inferSchema=True) is convenient for exploration but risky for production: Spark scans a sample of the data to guess types, and can guess wrong on messy real-world files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 – Would mean if we wish to enforce the schema during the write operation, while creating the table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achieved by: Explicit schemas (StructType/StructField) cost a few extra lines but catch type mismatches immediately at read time instead of silently corrupting a downstream aggregation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scripts use inferSchema for speed in a training context - production Databricks pipelines should define explicit schemas, especially for Bronze-layer reads where source data quality isn't yet guaranteed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Processing: The Concepts Behind the Slow Query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Partitioning: how data splits across executors. Our 554-row Silver dataset reads as 1 partition by default - too few partitions under-uses a real cluster's parallelism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Shuffle: redistributing data across partitions for groupBy/join/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single most expensive operation in Spark. You'll see the actual Exchange step in a query plan in Build 3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join: ship a small dimension table (8 rows of dim_security, 6 rows of dim_trader) to every executor instead of shuffling the larger fact table - verified today to cut a full shuffle out of the join entirely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keep a reused DataFrame in memory - our enriched_df is referenced by two separate aggregations (by desk, by asset class), so we cache it once instead of recomputing the join twice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Transformation Patterns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separate code that works on 500 rows from code that works on 500 million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built-in functions (pyspark.sql.functions) over Python UDFs - built-ins run inside the JVM without serialization overhead; UDFs pay a per-row Python round-trip cost that gets brutal at scale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idempotently: today's pipeline overwrites a specific windowDate partition (mode("overwrite") scoped to one date folder), so re-running the same day twice produces the same result, not duplicates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your output by a column you'll filter on later (we partition by date) - downstream readers can skip entire folders instead of scanning everything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early: push .filter() calls as close to the read as possible so Spark's optimizer can skip reading data you don't need (predicate pushdown) - order in your code doesn't always match order of execution, but writing filters early makes the intent clear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- The Pieces You'll Touch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Spark platform — you write PySpark, Databricks runs the cluster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1305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971800"/>
            <a:ext cx="17739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resource — holds notebooks, clusters, jobs, and (on Premium) Unity Catalog.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7792" y="21305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07792" y="24231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07792" y="2971800"/>
            <a:ext cx="17739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VMs running Spark — driver + executor nodes, auto-terminates when idle.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3792" y="21305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24231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971800"/>
            <a:ext cx="17739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of PySpark/SQL/Markdown — the same DataFrame API from local practice, now cluster-attached.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196596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79792" y="21305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79792" y="24231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DBFS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79792" y="2971800"/>
            <a:ext cx="17739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File System — a convenience layer; today we read/write ADLS Gen2 directly instead.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0" y="196596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65792" y="21305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65792" y="24231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API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65792" y="2971800"/>
            <a:ext cx="177393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notebooks on a schedule or on-demand without opening the UI — what our automation script uses.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1081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parallel to Day 2: Workspace↔Data Factory, Cluster↔Integration Runtime, Notebook↔Pipeline, Jobs API↔Trigger. Different platform, same shapes.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Practice Locally Before Touching a Cluster - Optional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everyone's Databricks cluster will be ready at the same moment - clusters take 4-6 minutes to start, and troubleshooting cloud connectivity mid-demo burns lab time fast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errors are YOUR errors: if a transformation is wrong locally, it's a logic bug you can fix in seconds, not a cluster/network/permissions problem to triage first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API genuinely doesn't change between local[*] mode and a real cluster - proving logic locally is not “practice for the real thing,” it IS the real thing, just at a smaller scale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principle from Day 1 (DuckDB before Azure SQL) and Day 2 (local script validation before deployment) — a consistent thread through this entire program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PROVISIONING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01_provision_databricks.sh — Standing Up the Cluster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IaC discipline as Day 2, now for Databricks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Databricks workspace (Standard tier)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databricks workspace create --name dbw-oaktreelab --sku standard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Authenticate to the Databricks REST API with an Azure AD token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(2ff814a6-... is Microsoft's fixed resource ID for Databricks, same for every tenant)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DATABRICKS_AAD_TOKEN=$(az account get-access-token \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 "2ff814a6-3304-4ab8-85cb-cd0e6f879c1d" --query accessToken -o tsv)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Create a small, auto-terminating training cluster via REST API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"${API_BASE}/clusters/create" ... -d '{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"cluster_name": "day3-training-cluster", "spark_version": "14.3.x-scala2.12",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"node_type_id": "Standard_DS3_v2", "num_workers": 2, "autotermination_minutes": 30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Import all 5 notebooks into /Shared/Day3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"${API_BASE}/workspace/import" ... -d '{"path": "/Shared/Day3/01_...", ...}'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script: scripts/01_provision_databricks.sh — run it now: ./01_provision_databricks.sh &lt;your-team-suffix&gt;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PROVISIONING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Cluster Starts (4-6 Minutes)...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workspace URL the script printed — you should see a Databricks UI signed in automatically via your Azure AD identity, no separate login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tab: watch day3-training-cluster move from “Pending” to “Running”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tab → Shared → Day3: confirm all 5 notebooks imported (01 through 05)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wait, let's prove today's transformation logic locally — no cluster required for this next 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LOCAL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01_bronze_to_silver.py — Run It Now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on YOUR laptop, right now, while the cluster finishes starting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dedupe_window = Window.partitionBy("trade_id").orderBy(F.col("last_modified_ts").desc())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silver_df = (bronze_df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.withColumn("rn", F.row_number().over(dedupe_window))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.filter(F.col("rn") == 1)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.drop("rn")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.filter(F.col("quantity") &gt; 0)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.filter(F.col("price") &gt; 0)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.withColumn("trade_value", F.round(F.col("quantity") * F.col("price"), 2)))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VERIFIED OUTPUT (run it yourself — you'll see the same numbers):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BRONZE row count: 567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SILVER row count: 554</a:t>
            </a:r>
            <a:endParaRPr lang="en-US" sz="12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Removed 13 rows during Silver conformance (duplicates + bad records)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local_pyspark/01_bronze_to_silver.py — this is the SAME 567→554 result Day 2's SQL stored procedure produced.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· LOCAL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02_distributed_processing_demo.py — Real Physical Plan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step below IS the shuffle — not a diagram of 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daily_totals.explain()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Physical Plan ==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AdaptiveSparkPlan isFinalPlan=false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 HashAggregate(keys=[trade_date, trade_type], functions=[sum(trade_value), count(1)])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+- Exchange hashpartitioning(trade_date, trade_type, 200)   &lt;-- THE SHUFFLE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+- HashAggregate(keys=[trade_date, trade_type], functions=[partial_sum(...), ...])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+- FileScan parquet [...silver_trades_pyspark]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Broadcast join — enriched_df.join(F.broadcast(dim_security), on="security_id")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Verified totals by desk: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Equities: 1,660,761,891   Credit: 1,081,413,410   Macro: 582,795,842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local_pyspark/02_distributed_processing_demo.py — then compare this plan to the real cluster's Spark UI in Build 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 · LOCAL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03_gold_aggregation.py — The Star-Schema Payoff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grain as Day 1's fact table, built by PySpark instead of hand-written SQL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gold_df = (silver_df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.join(F.broadcast(dim_security), on="security_id", how="left")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.groupBy("trade_date", "asset_class", "trade_type")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F.sum("trade_value").alias("total_trade_value"),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F.count("*").alias("trade_count"),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F.round(F.avg("price"), 2).alias("avg_price"))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.orderBy("trade_date", F.desc("total_trade_value")))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VERIFIED OUTPUT: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GOLD row count: 120  (grouped by date x asset_class x trade_type)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Total May 2026 trade value: 2,187,806,491.00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local_pyspark/03_gold_aggregation.py — this table is what Day 6's Power BI semantic model will eventually query.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· REAL CLUSTER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on Databricks — Only the I/O Changes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to local_pyspark/01_bronze_to_silver.py — the transform logic is untouched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version reads a CSV from disk: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bronze_df = spark.read.csv("../data/trade_blotter.csv", header=True, inferSchema=True)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Cluster version reads the real Day 2 Bronze container instead: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spark.conf.set(f"fs.azure.account.key.{storage_account_name}.dfs.core.windows.net", storage_account_key)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bronze_path = f"abfss://bronze@{storage_account_name}.dfs.core.windows.net/trades/{window_date}/"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bronze_df = spark.read.parquet(bronze_path)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Everything below this line is IDENTICAL to the local script: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dedupe_window = Window.partitionBy("trade_id").orderBy(F.col("last_modified_ts").desc())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silver_df = (bronze_df.withColumn("rn", F.row_number().over(dedupe_window))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.filter(F.col("rn") == 1).filter(F.col("quantity") &gt; 0).filter(F.col("price") &gt; 0) ...)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we set the storage key directly for lab speed. Production would pull this from Key Vault via a Databricks secret scope — same governance thread from Day 1/2/8.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6 · REAL CLUSTER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Then Look at the Spark UI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/Shared/Day3/01_bronze_to_silver in the workspace, attach to day3-training-cluster, fill in the three widgets (storage account name/key, window date), Run 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Notebook 2, run it, and click through to the Spark UI for the groupBy job — find the Exchange node in the visual query plan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shuffle from Build 3's explain() output — except now you can click into it and see how much data actually moved between which of your 2 worker nodes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Notebook 3 last, then confirm gold_trades_daily is queryable with plain SQL: SELECT * FROM gold_trades_daily ORDER BY total_trade_value DESC LIMIT 10;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Flag, Enrich, and Analyze — On Your Own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4–5 or Individual  ·  30 minutes  ·  Local OR real cluster  ·  Demos the result internally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471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04_lab_exercise_STARTER.py (local_pyspark/ or databricks_notebooks/, your choice) — do NOT open the solution file yet
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add a needs_review boolean column, True when trade_value exceeds 5,000,000 — a realistic manual-review threshold
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broadcast-join the result to dim_trader on trader_id to bring in desk and region
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aggregate by (desk, needs_review), computing total_trade_value and flagged_trade_count, ordered descending
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4: determine which desk has the highest flagged value as a percentage of that desk's total — write your answer as a comment, backed by a real query, not a guess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87959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your completed script/notebook + a 90-second explanation of TODO 4's answer and how you got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If Your Team Gets Stuck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teams here before giving away the answer directly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16840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You're Stuck On...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This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needs_review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F.col("trade_value") &gt; 5000000 returns a boolean column directly — wrap it in .withColumn("needs_review", 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broadcast join syntax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flagged_df.join(F.broadcast(dim_trader), on="trader_id", how="left") — broadcast wraps the SMALL side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two-level aggregation for TODO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total value per desk (no filter) AND flagged value per desk (filtered to needs_review) as two separate DataFrames, then join them on desk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local vs. cluster results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should match for the same window_date — if they don't, check you're reading the same underlying Bronze data in both places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productive struggle — a team that debates two ways to compute the percentage learns more than one that copies the answer.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The Reference Solution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only after teams have presented their own attempts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1078992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flagged_df = silver_df.withColumn("needs_review", F.col("trade_value") &gt; 5000000)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enriched_df = flagged_df.join(F.broadcast(dim_trader), on="trader_id", how="left")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desk_review_summary = (enriched_df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.groupBy("desk", "needs_review")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.agg(F.sum("trade_value").alias("total_trade_value"), F.count("*").alias("flagged_trade_count"))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.orderBy(F.desc("total_trade_value")))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VERIFIED RESULT (full 567-row sample, all business days):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Equities desk: flagged value 1,320,819,564 = 79.5% of its total (1,660,761,891)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Credit desk:   flagged value   880,941,818 = 81.5% of its total (1,081,413,410)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Macro desk:    flagged value   450,931,250 = 77.4% of its total (  582,795,842)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ANSWER: Equities carries the highest flagged VALUE; Credit has the highest flagged PERCENTAGE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"highest value" and "highest percentage" gave different desks — which one matters more for a compliance review, and why?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Day 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driver/executor/partition model and lazy evaluation explain almost every “why is this slow” question you'll ever debug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PySpark transformation logic ran unchanged in local[*] mode and on a real multi-node Databricks cluster — proving correctness cheaply, then proving it at scale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joins and caching are concrete, measurable levers — not abstract advice — for making a real transformation faster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B31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completed an independent lab exercise that surfaced a genuine analytical nuance (highest value vs. highest percentage) — exactly the kind of judgment call Day 9's Capstone will expect you to navigate and explain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Assignment &amp; Pre-Read for Day 4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Assignment (due before Day 4)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Re-run 04_lab_exercise_STARTER.py for 2 more window_date values and confirm the desk rankings hold (or don't — note which)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Change the review threshold from 5,000,000 to 2,500,000 and observe how the percentages shift — write 2 lines on why threshold choice matters for a real compliance policy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you ran the Databricks cluster version, open the Spark UI once more and screenshot the Exchange step for your own notes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Keep your Databricks workspace running if practical — Day 4 builds directly on today's environment (or note your resource names if you tore it down)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9659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for Day 4 — Microsoft Fabric: Architecture &amp; Operationalization (I)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Skim “What is a Fabric Lakehouse” (Microsoft Learn)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Note the difference between the Files and Tables sections of a Lakehouse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Bring today's Silver/Gold PySpark scripts — Day 4 ports this exact logic into a Fabric notebook
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Ensure your Fabric trial workspace access is provisioned before class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6611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Engineering &amp; Microsoft Fabric · Day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45752" y="66111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E82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Complete — Module 3: Data Transformation &amp; Distributed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Open floor  ·  Facilitator office hours available on request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Day 4 — Microsoft Fabric: Architecture &amp; Operationalization (I)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 Enterprise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4248</Words>
  <Application>Microsoft Macintosh PowerPoint</Application>
  <PresentationFormat>Widescreen</PresentationFormat>
  <Paragraphs>389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 Singh, Mousam</cp:lastModifiedBy>
  <cp:revision>2</cp:revision>
  <dcterms:created xsi:type="dcterms:W3CDTF">2026-08-26T12:43:06Z</dcterms:created>
  <dcterms:modified xsi:type="dcterms:W3CDTF">2026-08-27T04:35:34Z</dcterms:modified>
</cp:coreProperties>
</file>